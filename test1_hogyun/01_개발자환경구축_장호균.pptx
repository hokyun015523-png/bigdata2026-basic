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ko-KR" altLang="en-US" b="1" dirty="0" err="1"/>
              <a:t>장호균</a:t>
            </a:r>
            <a:endParaRPr lang="ko-KR" altLang="en-US" b="1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257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b="1" dirty="0"/>
              <a:t>20260514</a:t>
            </a:r>
            <a:endParaRPr lang="ko-KR" altLang="en-US" b="1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pPr algn="r"/>
            <a:r>
              <a:rPr lang="en-US" altLang="ko-KR" b="1" i="0" dirty="0">
                <a:effectLst/>
                <a:latin typeface="+mn-ea"/>
              </a:rPr>
              <a:t>hokyun015523</a:t>
            </a:r>
            <a:endParaRPr lang="ko-KR" altLang="en-US" b="1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C93B7A4-4219-46ED-865C-030CE4C0D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473230"/>
            <a:ext cx="3886200" cy="78568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EBAD5A9-F51C-40D2-8A35-9E2EB8366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172" y="1492235"/>
            <a:ext cx="3826828" cy="78825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EE7B4EC-9B64-4ABD-AF93-0AED88E6D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492235"/>
            <a:ext cx="3840480" cy="76668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4E3F017-E42C-4399-BC1A-9F2D7B638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" y="2835304"/>
            <a:ext cx="3840480" cy="169563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BA45F3C-3707-4DBF-9C42-72ECE3C72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2850406"/>
            <a:ext cx="3840480" cy="166010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D9A792F-520A-47A0-8D9B-9368DA367F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186" y="2835304"/>
            <a:ext cx="3840480" cy="1734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2365C5C-954A-499A-8282-C9E146D8B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1414571"/>
            <a:ext cx="3840480" cy="94103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6544A68-E44E-4407-AA97-3B2F1FB1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0" y="2838954"/>
            <a:ext cx="3837305" cy="176834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8F71910-ED6F-4072-A311-4939BF2B0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660" y="2886445"/>
            <a:ext cx="3696102" cy="4654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BFC6887-5A5C-4AB6-81C2-CF40BC022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791" y="3693380"/>
            <a:ext cx="3834486" cy="85152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01DCC43-970E-4688-BB79-ABB8D7E58D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719" y="1158788"/>
            <a:ext cx="3837305" cy="55439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3CF6847A-CCD6-4B0E-89CE-9673FFDFA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720" y="1920998"/>
            <a:ext cx="3837304" cy="5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4B8F3A4-F48E-4659-99F2-5AC1D13BE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1" y="1370321"/>
            <a:ext cx="3831478" cy="100711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F02FE90-329F-4BDA-9AB0-DCCF21DF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381886"/>
            <a:ext cx="3840480" cy="99555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065A2AD5-58E4-484C-9C6B-854AC2985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370320"/>
            <a:ext cx="3840480" cy="995553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A98D267-4101-42FE-94B0-E41E2AA05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60" y="3128962"/>
            <a:ext cx="3854580" cy="110670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0C3352E3-3BCB-4A31-A262-23966287F7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1" y="3092701"/>
            <a:ext cx="384048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exam_env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exam_env\Scripts\activate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확장 프로그램 설치 화면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print('Hello, Exam!')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D7AB01A-6A38-49E1-A8D8-73E34B32C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33" y="3264408"/>
            <a:ext cx="6464719" cy="128016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D265BF7-9851-4F87-A0AA-508F0882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1" y="1510284"/>
            <a:ext cx="1995914" cy="12954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2771162-3D88-4D3A-AAA4-0BB4ED75D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768" y="1462041"/>
            <a:ext cx="1879460" cy="1281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604</Words>
  <Application>Microsoft Office PowerPoint</Application>
  <PresentationFormat>사용자 지정</PresentationFormat>
  <Paragraphs>95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14</cp:revision>
  <dcterms:created xsi:type="dcterms:W3CDTF">2026-03-03T01:32:21Z</dcterms:created>
  <dcterms:modified xsi:type="dcterms:W3CDTF">2026-05-14T02:12:00Z</dcterms:modified>
</cp:coreProperties>
</file>